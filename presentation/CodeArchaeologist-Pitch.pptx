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822960"/>
            <a:ext cx="1463040" cy="27432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822960"/>
            <a:ext cx="1005840" cy="100584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097280"/>
            <a:ext cx="731520" cy="128016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2377440"/>
            <a:ext cx="1280160" cy="91440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2377440"/>
            <a:ext cx="1005840" cy="73152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3291840"/>
            <a:ext cx="365760" cy="128016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3108960"/>
            <a:ext cx="1188720" cy="109728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4206240"/>
            <a:ext cx="1463040" cy="36576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4206240"/>
            <a:ext cx="731520" cy="91440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5944" y="101498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58984" y="74066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64824" y="174650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7464" y="22951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07624" y="320954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1624" y="302666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0344" y="4123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73384" y="448970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9" name="Shape 17"/>
          <p:cNvSpPr/>
          <p:nvPr/>
        </p:nvSpPr>
        <p:spPr>
          <a:xfrm>
            <a:off x="8878824" y="5038344"/>
            <a:ext cx="164592" cy="16459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ICONEXT AI CHALLENGE DAY 2026 · TEAM 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Archaeologist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6D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Agent Skill ที่ให้ AI เข้าใจสถาปัตยกรรมทั้ง repo โดยไม่ต้องอ่านโค้ดทั้งหมด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พีรพล จันทะแจ่ม (BB)   ·   ณัฐวุฒิ รอดทอง (อุด้ง)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Agent อ่านโค้ดทั้ง repo เพื่อตอบคำถามเดียว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คำถามเชิงสถาปัตยกรรม เช่น “controller เชื่อมกับ database ยังไง” ต้องให้ agent อ่านทั้ง repository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RAG แบบ chunk ตัดโค้ดเป็นก้อน ~500 token ทำลาย function scope และ call hierarchy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ผลลัพธ์: ตอบช้า ใช้ token เยอะเกินจำเป็น = ต้นทุนที่เพิ่มขึ้นทุกครั้งที่ถาม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92024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F7F5FF"/>
          </a:solidFill>
          <a:ln/>
          <a:effectLst>
            <a:outerShdw sx="100000" sy="100000" kx="0" ky="0" algn="bl" rotWithShape="0" blurRad="152400" dist="38100" dir="5400000">
              <a:srgbClr val="3A2E6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06840" y="22860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242" y="252740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06640" y="3429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4343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token ที่เสียไปโดยไม่จำเป็น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เมื่อ agent อ่านซอร์สทั้ง repo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ZERO-RAG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ทำไม RAG แบบเดิมไม่พอ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5303520" cy="274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RAG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แบ่งโค้ดเป็น chunk ขนาด ~500 token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ทำลาย call hierarchy และ scope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Similarity search — ไม่ deterministic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 context ก้อนใหญ่ทุกครั้งที่ถาม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1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7452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5B21B6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874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Archaeologist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7889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เก็บทั้ง entity ไว้เป็น note เดียว ไม่ตัด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เข้ารหัสความสัมพันธ์เป็น graph ชัดเจน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BFS graph traversal — deterministic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อ่านเฉพาะ node บน path ที่ trace เจอ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Code Archaeologist คืออะไร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สแกนโค้ดเบสด้วย AST แปลงเป็น Markdown wiki ที่เชื่อมกันด้วย [[wikilink]] พร้อม dependency graph ที่ agent เรียก query ได้ตรง ๆ — ไม่ต้องเดา ไม่ต้อง similarity search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JS/TS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รองรับ backend และ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Cross-stack graph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เชื่อม fetch/axios ไปยัง route handler จริง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Python stdlib ล้วน ไม่ต้อง pip install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874520"/>
            <a:ext cx="4297680" cy="4114800"/>
          </a:xfrm>
          <a:prstGeom prst="roundRect">
            <a:avLst>
              <a:gd name="adj" fmla="val 2667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818120" y="22860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576" y="2505456"/>
            <a:ext cx="475488" cy="47548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915400" y="2926080"/>
            <a:ext cx="914400" cy="9144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3145536"/>
            <a:ext cx="475488" cy="475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818120" y="3977640"/>
            <a:ext cx="914400" cy="9144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4197096"/>
            <a:ext cx="475488" cy="47548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915400" y="461772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483717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5440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Wiki → Graph → Answer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จาก Source ถึงคำตอบ ใน 5 ขั้น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9846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45920" y="3246120"/>
            <a:ext cx="10058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51760" y="27432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162" y="298460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8600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(AST)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657600" y="3246120"/>
            <a:ext cx="10058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663440" y="27432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42" y="298460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9768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69280" y="3246120"/>
            <a:ext cx="10058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675120" y="27432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2" y="2984602"/>
            <a:ext cx="523037" cy="5230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680960" y="3246120"/>
            <a:ext cx="10058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686800" y="274320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202" y="2984602"/>
            <a:ext cx="523037" cy="52303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32104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937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cross-stack trace:  submitOrder → createOrder → OrderController.create_order → OrderService.place_order → OrderRepository.save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6 ความสามารถหลัก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class-level: ใครอ้างอิงใคร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21945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method-level: ใครเรียกใคร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092440" y="21945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059" y="23481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09244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เปลี่ยนจุดนี้ กระทบอะไรบ้าง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3598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Grade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smell + anti-pattern เป็นเกรด A-F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434840" y="420624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59" y="43598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1208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3484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secret, SQL injection, eval sink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5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092440" y="420624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059" y="435985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Ranking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ไฟล์แก้บ่อย + risk สูงสุด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Explorer — ไฟล์ HTML เดียว เปิดดูได้เลย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2121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57400"/>
            <a:ext cx="2212848" cy="3931920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90088" y="2057400"/>
            <a:ext cx="5864047" cy="3931920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419192" y="324612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593" y="348752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90088" y="4343400"/>
            <a:ext cx="5864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View (force / tree / matrix / flow)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45575" y="2057400"/>
            <a:ext cx="2655418" cy="3931920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82735" y="2103120"/>
            <a:ext cx="2381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SECURITY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ไม่ต้องมี server ไม่ต้องเข้าถึง repo — commit ไว้ หรือส่งเป็นไฟล์เดียวก็เปิดดูได้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ผลลัพธ์ที่วัดได้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7F5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Token ที่ลดลง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เทียบกับอ่าน source ทั้งไฟล์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7F5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2103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A–F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154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Health grade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ประเมินคุณภาพสถาปัตยกรรมอัตโนมัติ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7F5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154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External dependency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Python stdlib ล้วน ติดตั้งเร็ว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212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ตรงกับเกณฑ์ “Impact ต่อบริษัท” ของงานนี้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9C6D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ลดเวลาทำงาน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9C6D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ลดต้นทุน (token/LLM cost)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9C6D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เพิ่มคุณภาพโค้ด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ICONEXT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ต่อยอดใช้จริงได้ทันที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5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Review PR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รัน blast-radius บน git diff — เห็นผลกระทบทั้ง PR ก่อน merge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ป้องกันความเสี่ยง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017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Security scan attribute ปัญหาเข้ากับ node ที่เป็นเจ้าของบรรทัด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5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69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ติดตั้งง่าย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0690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npx github:... รองรับ Claude / Cursor / Windsurf / Zed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120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Onboard เร็วขึ้น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51206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คนใหม่ trace flow จริงจาก graph แทนการไล่อ่านโค้ดเอง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ทีมของเรา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5FF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2514600"/>
            <a:ext cx="1280160" cy="128016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4718" y="2821838"/>
            <a:ext cx="665683" cy="6656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977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ณัฐวุฒิ รอดทอง (อุด้ง)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Lead Tech — พัฒนา Skill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5FF"/>
          </a:solidFill>
          <a:ln/>
        </p:spPr>
      </p:sp>
      <p:sp>
        <p:nvSpPr>
          <p:cNvPr id="10" name="Shape 7"/>
          <p:cNvSpPr/>
          <p:nvPr/>
        </p:nvSpPr>
        <p:spPr>
          <a:xfrm>
            <a:off x="8183880" y="2514600"/>
            <a:ext cx="1280160" cy="128016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118" y="282183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35040" y="3977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พีรพล จันทะแจ่ม (BB)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Presentation — PPT / Web / Script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188720"/>
            <a:ext cx="1097280" cy="10972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145206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6D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คำถาม &amp; Demo สด — ยินดีตอบทุกคำถาม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github.com/non-nattawut/Code-Archaeologist-LLM-Agent-Skill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iCONEXT AI Challenge Day 2026 · Team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2026-09-06T10:41:05Z</dcterms:created>
  <dcterms:modified xsi:type="dcterms:W3CDTF">2026-09-06T10:41:05Z</dcterms:modified>
</cp:coreProperties>
</file>